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" id="{02cd4eb0-b29e-75f8-e8ac-9fd9dc8146a8}">
          <p14:sldIdLst>
            <p14:sldId id="256"/>
            <p14:sldId id="257"/>
            <p14:sldId id="258"/>
          </p14:sldIdLst>
        </p14:section>
        <p14:section name="Method" id="{a2b169cd-cbfb-daf5-68d9-ccb3af32c476}">
          <p14:sldIdLst>
            <p14:sldId id="259"/>
            <p14:sldId id="260"/>
          </p14:sldIdLst>
        </p14:section>
        <p14:section name="Results" id="{7560b7a7-c6ea-ab1e-008f-04eb0ea5b043}">
          <p14:sldIdLst>
            <p14:sldId id="261"/>
            <p14:sldId id="262"/>
            <p14:sldId id="263"/>
            <p14:sldId id="264"/>
            <p14:sldId id="265"/>
          </p14:sldIdLst>
        </p14:section>
        <p14:section name="Wrap-up" id="{de451929-2be2-ca5d-7eb0-69bbd3107bd0}">
          <p14:sldIdLst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F1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(%)</c:v>
                </c:pt>
              </c:strCache>
            </c:strRef>
          </c:tx>
          <c:spPr>
            <a:solidFill>
              <a:srgbClr val="2F6FB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django-upgrade</c:v>
                  </c:pt>
                  <c:pt idx="1">
                    <c:v>pyupgrade</c:v>
                  </c:pt>
                  <c:pt idx="2">
                    <c:v>B: LLM only</c:v>
                  </c:pt>
                  <c:pt idx="3">
                    <c:v>C: RAG</c:v>
                  </c:pt>
                  <c:pt idx="4">
                    <c:v>D: ours (Gemini)</c:v>
                  </c:pt>
                  <c:pt idx="5">
                    <c:v>D: offline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1.9</c:v>
                </c:pt>
                <c:pt idx="1">
                  <c:v>0</c:v>
                </c:pt>
                <c:pt idx="2">
                  <c:v>71</c:v>
                </c:pt>
                <c:pt idx="3">
                  <c:v>83.4</c:v>
                </c:pt>
                <c:pt idx="4">
                  <c:v>82.4</c:v>
                </c:pt>
                <c:pt idx="5">
                  <c:v>81.3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5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Made-up findings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Made-up findings (%)</c:v>
                </c:pt>
              </c:strCache>
            </c:strRef>
          </c:tx>
          <c:spPr>
            <a:solidFill>
              <a:srgbClr val="B5561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B: LLM only</c:v>
                  </c:pt>
                  <c:pt idx="1">
                    <c:v>C: RAG</c:v>
                  </c:pt>
                  <c:pt idx="2">
                    <c:v>D: ours (Gemini)</c:v>
                  </c:pt>
                  <c:pt idx="3">
                    <c:v>D: offline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29.4</c:v>
                </c:pt>
                <c:pt idx="1">
                  <c:v>5.6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b"/>
        <c:majorGridlines>
          <c:spPr>
            <a:ln w="6350" cap="flat">
              <a:solidFill>
                <a:srgbClr val="E5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idea: we find code that will break when a project moves to a newer Django, and every warning is backed by the official release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reasons the task is hard. Mention the two published studies only at the level you have read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goal. Stress the three outputs: the line, the citation, the updated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The highlighted box is the key contribution. Offline mode replaces step 3 with deterministic rules, so the tool also works without any API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case was run under Django 4.0.10 up to 5.1.15. The exact rule for “breaking” is in benchmark/label_by_execution.py; the owner of that part should explain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 and D share the same LLM answers, so the only difference between them is the validator.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Made-up = findings whose cited evidence does not support them. Be ready to say why C has slightly higher F1 than D: the validator also drops a few true findings, but it removes every unsupported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accuracy. Right: only B and C produce unsupported findings; the validator brings D to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main claim of the project. Cost: recall drops from 0.92 (C) to 0.88 (D).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point: differences are small and within the confidence interval.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Details and links in docs/RELATED_WORK.md. Each presenter should have read the papers they mention.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here. Keep a screen recording ready as a backup.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Saying the limits first makes the review easier. Likely question: why only one LLM run? Free-tier quota; all calls are cached so results reproduce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placeholders with the real split. Each member presents their own part and answers questions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two numbers. Likely questions: dataset size, why Django only, cost of the validator, how labels were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spc="200" kern="0" dirty="0">
                <a:solidFill>
                  <a:srgbClr val="B55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A71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A71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DJANGO 4.0 → 5.x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945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CodeMigrate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detection and repair of breaking API changes when upgrading a framework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names] · [Guide name] · [Department, College] · Project review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B55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upgrades silently break existing code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1F3F7"/>
          </a:solidFill>
          <a:ln w="9525">
            <a:solidFill>
              <a:srgbClr val="DCDF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APIs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Django release deprecates and removes functions, arguments and settings. Old code fails only when it runs.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92024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1F3F7"/>
          </a:solidFill>
          <a:ln w="9525">
            <a:solidFill>
              <a:srgbClr val="DCDF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tools miss most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74320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Rewriters like django-upgrade only know their hand-written fixers.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92024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1F3F7"/>
          </a:solidFill>
          <a:ln w="9525">
            <a:solidFill>
              <a:srgbClr val="DCDF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make things up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74320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LLMs suggest deprecated APIs and hallucinate packages (Wang et al., ICSE 2025; Spracklen et al., USENIX Security 2025).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A71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GOAL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every line that breaks on upgrade, cite the official release note for it, and hand back the fixed file.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97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finding is shown unless the evidence behind it has been checked by code, not by the LLM.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B55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Five-stage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1F3F7"/>
          </a:solidFill>
          <a:ln w="9525">
            <a:solidFill>
              <a:srgbClr val="DCDF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F6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analyzer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04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Django symbols used on each 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05456" y="2926080"/>
            <a:ext cx="274320" cy="228600"/>
          </a:xfrm>
          <a:prstGeom prst="rightArrow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16352" y="192024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1F3F7"/>
          </a:solidFill>
          <a:ln w="9525">
            <a:solidFill>
              <a:srgbClr val="DCDF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99232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F6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99232" y="2514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999232" y="32004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+ BM25 + dense, fused with RRF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73168" y="2926080"/>
            <a:ext cx="274320" cy="228600"/>
          </a:xfrm>
          <a:prstGeom prst="rightArrow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84064" y="192024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1F3F7"/>
          </a:solidFill>
          <a:ln w="9525">
            <a:solidFill>
              <a:srgbClr val="DCDF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66944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F6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266944" y="2514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reasoner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266944" y="32004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each use from the evidence only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40880" y="2926080"/>
            <a:ext cx="274320" cy="228600"/>
          </a:xfrm>
          <a:prstGeom prst="rightArrow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51776" y="192024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DF0E6"/>
          </a:solidFill>
          <a:ln w="19050">
            <a:solidFill>
              <a:srgbClr val="B556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34656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55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534656" y="2514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validator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534656" y="32004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claims the evidence can’t back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308592" y="2926080"/>
            <a:ext cx="274320" cy="228600"/>
          </a:xfrm>
          <a:prstGeom prst="rightArrow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19488" y="192024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1F3F7"/>
          </a:solidFill>
          <a:ln w="9525">
            <a:solidFill>
              <a:srgbClr val="DCDF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02368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F6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802368" y="2514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Patcher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802368" y="32004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whole updated file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5720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validator is deterministic: the cited entry must have been retrieved, must name the symbol on that line, and must fall in the upgrade’s version range.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A71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B55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and benchmark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1F3F7"/>
          </a:solidFill>
          <a:ln w="9525">
            <a:solidFill>
              <a:srgbClr val="DCDF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release-note entries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from official Django notes, each with a source link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1F3F7"/>
          </a:solidFill>
          <a:ln w="9525">
            <a:solidFill>
              <a:srgbClr val="DCDF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1031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235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test cases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5204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75 / test 160; all results here are on the test split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1F3F7"/>
          </a:solidFill>
          <a:ln w="9525">
            <a:solidFill>
              <a:srgbClr val="DCDF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1031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releases run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5204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come from executing each case under 4.0 to 5.1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is what actually breaks when the code runs, not what any tool predicts.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A71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B55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EXPERIMENT SETUP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systems on the same 160 cases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754880"/>
                <a:gridCol w="50292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it answers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django-upgrade, pyupgrade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existing tools do?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alone, no evidence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often does an LLM make things up?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+ retrieved release notes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evidence help?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+ citation validator (ours)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checking remove the rest?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gemini-3.5-flash-lite (free tier), temperature 0. D also runs fully offline with rules.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A71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B55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· TEST SPLIT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reaches F1 0.82; django-upgrade 0.02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554480"/>
                <a:gridCol w="1554480"/>
                <a:gridCol w="265176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[95% CI]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Made-up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django-upgrade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 [0.00, 0.06]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pyupgrade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LLM only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 [0.63, 0.78]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C: RAG, no validator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 [0.77, 0.89]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D: full pipeline (ours)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 [0.75, 0.88]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D: offline, no LLM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 [0.74, 0.88]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09728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bootstrap confidence intervals · Gemini rows: one run, seed 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A71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B55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· CHART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and made-up findings side by side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766560" y="1737360"/>
          <a:ext cx="48463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109728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systems have no LLM, so made-up findings do not apply · results/tables/comparison_test.csv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A71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RESULT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LLM alone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0" y="2377440"/>
            <a:ext cx="502920" cy="365760"/>
          </a:xfrm>
          <a:prstGeom prst="rightArrow">
            <a:avLst/>
          </a:prstGeom>
          <a:solidFill>
            <a:srgbClr val="5A6A88"/>
          </a:solidFill>
          <a:ln w="12700">
            <a:solidFill>
              <a:srgbClr val="5A6A8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80560" y="18288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88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with release notes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98080" y="2377440"/>
            <a:ext cx="502920" cy="365760"/>
          </a:xfrm>
          <a:prstGeom prst="rightArrow">
            <a:avLst/>
          </a:prstGeom>
          <a:solidFill>
            <a:srgbClr val="5A6A88"/>
          </a:solidFill>
          <a:ln w="12700">
            <a:solidFill>
              <a:srgbClr val="5A6A8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0" y="18288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8FC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with validator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findings not backed by their cited evidence. Retrieval cuts it; the validator removes the rest.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B55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ABLATIONS · OFFLINE 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retriever matters?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965960"/>
                <a:gridCol w="196596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Retriever (top-k 5)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match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(MiniLM + FAISS)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(RRF, default)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663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 brings in fewer unrelated entries. Top-k (1, 3, 5) made no difference for the offline reasoner.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results/tables/ablations_test.csv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A71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B55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NOVELTY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differ from existing work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108960"/>
                <a:gridCol w="1737360"/>
                <a:gridCol w="182880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 as evidence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LLM claims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labels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django-upgrade (tool)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Fixed-rule rewrite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LLM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 et al., ICSE ’25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Deprecated APIs in completion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prompt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 et al., 2025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over API docs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CodeUpdateArena, 2024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API updates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prompt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tests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GitChameleon, 2024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Version-specific generation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tests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MigrateLib, 2025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Library-to-library migration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+ dynamic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CodeMigrate (ours)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+ fix existing 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310 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 validator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on 5 releases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09728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numbers come from different tasks, so direct comparison is only with django-upgrade and pyupgrade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A71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B55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upload to a fixed file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24328" cy="2377440"/>
          </a:xfrm>
          <a:prstGeom prst="roundRect">
            <a:avLst>
              <a:gd name="adj" fmla="val 4615"/>
            </a:avLst>
          </a:prstGeom>
          <a:solidFill>
            <a:srgbClr val="F1F3F7"/>
          </a:solidFill>
          <a:ln w="9525">
            <a:solidFill>
              <a:srgbClr val="DCDF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code or upload a zip, pick From and To versions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55848" y="1920240"/>
            <a:ext cx="2624328" cy="2377440"/>
          </a:xfrm>
          <a:prstGeom prst="roundRect">
            <a:avLst>
              <a:gd name="adj" fmla="val 4615"/>
            </a:avLst>
          </a:prstGeom>
          <a:solidFill>
            <a:srgbClr val="F1F3F7"/>
          </a:solidFill>
          <a:ln w="9525">
            <a:solidFill>
              <a:srgbClr val="DCDF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0168" y="2148840"/>
            <a:ext cx="502920" cy="50292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30168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30168" y="2788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32461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flagged with a link to its release note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63056" y="1920240"/>
            <a:ext cx="2624328" cy="2377440"/>
          </a:xfrm>
          <a:prstGeom prst="roundRect">
            <a:avLst>
              <a:gd name="adj" fmla="val 4615"/>
            </a:avLst>
          </a:prstGeom>
          <a:solidFill>
            <a:srgbClr val="F1F3F7"/>
          </a:solidFill>
          <a:ln w="9525">
            <a:solidFill>
              <a:srgbClr val="DCDF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37376" y="2148840"/>
            <a:ext cx="502920" cy="50292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37376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37376" y="2788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code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32461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fixed file, diff view, copy and download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970264" y="1920240"/>
            <a:ext cx="2624328" cy="2377440"/>
          </a:xfrm>
          <a:prstGeom prst="roundRect">
            <a:avLst>
              <a:gd name="adj" fmla="val 4615"/>
            </a:avLst>
          </a:prstGeom>
          <a:solidFill>
            <a:srgbClr val="F1F3F7"/>
          </a:solidFill>
          <a:ln w="9525">
            <a:solidFill>
              <a:srgbClr val="DCDF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44584" y="2148840"/>
            <a:ext cx="502920" cy="50292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44584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244584" y="2788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244584" y="32461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or PDF report of the scan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FastAPI + JWT, React + Vite, SQLite. CLI: </a:t>
            </a:r>
            <a:pPr indent="0" marL="0">
              <a:buNone/>
            </a:pPr>
            <a:r>
              <a:rPr lang="en-US" sz="1600" dirty="0">
                <a:solidFill>
                  <a:srgbClr val="B55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codemigrate scan --write-fixed</a:t>
            </a:r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52 tests, 72% coverage, CI on GitHub.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offline reasoner in the demo: no API key or quota needed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A71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B55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LIMITS AND NEXT STEPS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not shown yet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F1F3F7"/>
          </a:solidFill>
          <a:ln w="9525">
            <a:solidFill>
              <a:srgbClr val="DCDF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only, 4.0 to 5.1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LLM, one run (free-tier quota)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test cases, not full projects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lowers recall slightly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1920240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F1F3F7"/>
          </a:solidFill>
          <a:ln w="9525">
            <a:solidFill>
              <a:srgbClr val="DCDF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974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LLMs and repeated runs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frameworks with release notes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open-source Django projects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updated files by running them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A71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B55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built what</a:t>
            </a:r>
            <a:endParaRPr lang="en-US" sz="3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1]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cases and execution labelling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2]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base parsing and hybrid retrieval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3]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reasoner, citation validator, updated-code patcher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4]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app (FastAPI + React), evaluation and paper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09728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github.com/Adithyasai3/CodeMigrate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A71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91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0.82 vs 0.02 for django-upgrade, and 0% unsupported findings with the citation validator.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github.com/Adithyasai3/CodeMigrate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CodeMigrate Review</dc:title>
  <dc:subject>PptxGenJS Presentation</dc:subject>
  <dc:creator>PptxGenJS</dc:creator>
  <cp:lastModifiedBy>PptxGenJS</cp:lastModifiedBy>
  <cp:revision>1</cp:revision>
  <dcterms:created xsi:type="dcterms:W3CDTF">2026-10-25T07:25:26Z</dcterms:created>
  <dcterms:modified xsi:type="dcterms:W3CDTF">2026-10-25T07:25:26Z</dcterms:modified>
</cp:coreProperties>
</file>