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" id="{02CD4EB0-B29E-75F8-E8AC-9FD9DC8146A8}">
          <p14:sldIdLst>
            <p14:sldId id="256"/>
            <p14:sldId id="257"/>
            <p14:sldId id="258"/>
          </p14:sldIdLst>
        </p14:section>
        <p14:section name="Method" id="{A2B169CD-CBFB-DAF5-68D9-CCB3AF32C476}">
          <p14:sldIdLst>
            <p14:sldId id="259"/>
            <p14:sldId id="260"/>
          </p14:sldIdLst>
        </p14:section>
        <p14:section name="Results" id="{7560B7A7-C6EA-AB1E-008F-04EB0EA5B043}">
          <p14:sldIdLst>
            <p14:sldId id="261"/>
            <p14:sldId id="262"/>
            <p14:sldId id="263"/>
            <p14:sldId id="264"/>
            <p14:sldId id="265"/>
          </p14:sldIdLst>
        </p14:section>
        <p14:section name="Wrap-up" id="{DE451929-2BE2-CA5D-7EB0-69BBD3107BD0}">
          <p14:sldIdLst>
            <p14:sldId id="266"/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8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+mn-lt"/>
              </a:defRPr>
            </a:pPr>
            <a:r>
              <a:rPr lang="en-IN" sz="1400" b="0" i="0" u="none" strike="noStrike">
                <a:solidFill>
                  <a:srgbClr val="14213D"/>
                </a:solidFill>
                <a:latin typeface="+mn-lt"/>
              </a:rPr>
              <a:t>F1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 (%)</c:v>
                </c:pt>
              </c:strCache>
            </c:strRef>
          </c:tx>
          <c:spPr>
            <a:solidFill>
              <a:srgbClr val="2F6FB0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4213D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django-upgrade</c:v>
                </c:pt>
                <c:pt idx="1">
                  <c:v>pyupgrade</c:v>
                </c:pt>
                <c:pt idx="2">
                  <c:v>B: LLM only</c:v>
                </c:pt>
                <c:pt idx="3">
                  <c:v>C: RAG</c:v>
                </c:pt>
                <c:pt idx="4">
                  <c:v>D: ours (Gemini)</c:v>
                </c:pt>
                <c:pt idx="5">
                  <c:v>D: offline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1.9</c:v>
                </c:pt>
                <c:pt idx="1">
                  <c:v>0</c:v>
                </c:pt>
                <c:pt idx="2">
                  <c:v>71</c:v>
                </c:pt>
                <c:pt idx="3">
                  <c:v>83.4</c:v>
                </c:pt>
                <c:pt idx="4">
                  <c:v>82.4</c:v>
                </c:pt>
                <c:pt idx="5">
                  <c:v>81.3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1812634096"/>
        <c:axId val="-1812632464"/>
      </c:barChart>
      <c:catAx>
        <c:axId val="-1812634096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-1812632464"/>
        <c:crosses val="autoZero"/>
        <c:auto val="1"/>
        <c:lblAlgn val="ctr"/>
        <c:lblOffset val="100"/>
        <c:noMultiLvlLbl val="1"/>
      </c:catAx>
      <c:valAx>
        <c:axId val="-1812632464"/>
        <c:scaling>
          <c:orientation val="minMax"/>
          <c:max val="100"/>
          <c:min val="0"/>
        </c:scaling>
        <c:delete val="0"/>
        <c:axPos val="t"/>
        <c:majorGridlines>
          <c:spPr>
            <a:ln w="6350" cap="flat">
              <a:solidFill>
                <a:srgbClr val="E5E8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-181263409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+mn-lt"/>
              </a:defRPr>
            </a:pPr>
            <a:r>
              <a:rPr lang="en-IN" sz="1400" b="0" i="0" u="none" strike="noStrike">
                <a:solidFill>
                  <a:srgbClr val="14213D"/>
                </a:solidFill>
                <a:latin typeface="+mn-lt"/>
              </a:rPr>
              <a:t>Made-up findings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Made-up findings (%)</c:v>
                </c:pt>
              </c:strCache>
            </c:strRef>
          </c:tx>
          <c:spPr>
            <a:solidFill>
              <a:srgbClr val="B5561C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4213D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B: LLM only</c:v>
                </c:pt>
                <c:pt idx="1">
                  <c:v>C: RAG</c:v>
                </c:pt>
                <c:pt idx="2">
                  <c:v>D: ours (Gemini)</c:v>
                </c:pt>
                <c:pt idx="3">
                  <c:v>D: offline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29.4</c:v>
                </c:pt>
                <c:pt idx="1">
                  <c:v>5.6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1812640080"/>
        <c:axId val="-1812639536"/>
      </c:barChart>
      <c:catAx>
        <c:axId val="-1812640080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-1812639536"/>
        <c:crosses val="autoZero"/>
        <c:auto val="1"/>
        <c:lblAlgn val="ctr"/>
        <c:lblOffset val="100"/>
        <c:noMultiLvlLbl val="1"/>
      </c:catAx>
      <c:valAx>
        <c:axId val="-1812639536"/>
        <c:scaling>
          <c:orientation val="minMax"/>
          <c:max val="40"/>
          <c:min val="0"/>
        </c:scaling>
        <c:delete val="0"/>
        <c:axPos val="t"/>
        <c:majorGridlines>
          <c:spPr>
            <a:ln w="6350" cap="flat">
              <a:solidFill>
                <a:srgbClr val="E5E8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-181264008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68959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one-line idea: we find code that will break when a project moves to a newer Django, and every warning is backed by the official release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reasons the task is hard. Mention the two published studies only at the level you have read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goal. Stress the three outputs: the line, the citation, the updated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right. The highlighted box is the key contribution. Offline mode replaces step 3 with deterministic rules, so the tool also works without any API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case was run under Django 4.0.10 up to 5.1.15. The exact rule for “breaking” is in benchmark/label_by_execution.py; the owner of that part should explain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 and D share the same LLM answers, so the only difference between them is the validator.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Made-up = findings whose cited evidence does not support them. Be ready to say why C has slightly higher F1 than D: the validator also drops a few true findings, but it removes every unsupported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accuracy. Right: only B and C produce unsupported findings; the validator brings D to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main claim of the project. Cost: recall drops from 0.92 (C) to 0.88 (D).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point: differences are small and within the confidence interval.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Details and links in docs/RELATED_WORK.md. Each presenter should have read the papers they mention.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here. Keep a screen recording ready as a backup.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Saying the limits first makes the review easier. Likely question: why only one LLM run? Free-tier quota; all calls are cached so results reproduce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the placeholders with the real split. Each member presents their own part and answers questions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two numbers. Likely questions: dataset size, why Django only, cost of the validator, how labels were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300" kern="0" spc="200" dirty="0">
                <a:solidFill>
                  <a:srgbClr val="B55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marL="0" indent="0">
              <a:buNone/>
            </a:pP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A717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A717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kern="0" spc="20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DJANGO 4.0 → 5.x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1945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CodeMigrate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38328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Evidence-grounded detection and repair of breaking API changes when upgrading a framework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[Team member names] · [Guide name] · [Department, College] · Project review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kern="0" spc="200" dirty="0">
                <a:solidFill>
                  <a:srgbClr val="B55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upgrades silently break existing code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1F3F7"/>
          </a:solidFill>
          <a:ln w="9525">
            <a:solidFill>
              <a:srgbClr val="DCDF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APIs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Django release deprecates and removes functions, arguments and settings. Old code fails only when it runs.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92024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1F3F7"/>
          </a:solidFill>
          <a:ln w="9525">
            <a:solidFill>
              <a:srgbClr val="DCDF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2194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tools miss most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74320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Rewriters like django-upgrade only know their hand-written fixers.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92024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1F3F7"/>
          </a:solidFill>
          <a:ln w="9525">
            <a:solidFill>
              <a:srgbClr val="DCDF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2194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make things up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74320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LLMs suggest deprecated APIs and hallucinate packages (Wang et al., ICSE 2025; Spracklen et al., USENIX Security 2025).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A717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kern="0" spc="20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GOAL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every line that breaks on upgrade, cite the official release note for it, and hand back the fixed file.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2976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finding is shown unless the evidence behind it has been checked by code, not by the LLM.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kern="0" spc="200" dirty="0">
                <a:solidFill>
                  <a:srgbClr val="B55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Five-stage pipeline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F1F3F7"/>
          </a:solidFill>
          <a:ln w="9525">
            <a:solidFill>
              <a:srgbClr val="DCDF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1031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F6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5146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 analyzer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004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Django symbols used on each line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05456" y="2926080"/>
            <a:ext cx="274320" cy="228600"/>
          </a:xfrm>
          <a:prstGeom prst="rightArrow">
            <a:avLst/>
          </a:prstGeom>
          <a:solidFill>
            <a:srgbClr val="9AA3B2"/>
          </a:solidFill>
          <a:ln w="12700">
            <a:solidFill>
              <a:srgbClr val="9AA3B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16352" y="192024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F1F3F7"/>
          </a:solidFill>
          <a:ln w="9525">
            <a:solidFill>
              <a:srgbClr val="DCDF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99232" y="21031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F6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999232" y="25146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999232" y="32004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+ BM25 + dense, fused with RRF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73168" y="2926080"/>
            <a:ext cx="274320" cy="228600"/>
          </a:xfrm>
          <a:prstGeom prst="rightArrow">
            <a:avLst/>
          </a:prstGeom>
          <a:solidFill>
            <a:srgbClr val="9AA3B2"/>
          </a:solidFill>
          <a:ln w="12700">
            <a:solidFill>
              <a:srgbClr val="9AA3B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84064" y="192024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F1F3F7"/>
          </a:solidFill>
          <a:ln w="9525">
            <a:solidFill>
              <a:srgbClr val="DCDFE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66944" y="21031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F6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266944" y="25146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reasoner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266944" y="32004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Judges each use from the evidence only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040880" y="2926080"/>
            <a:ext cx="274320" cy="228600"/>
          </a:xfrm>
          <a:prstGeom prst="rightArrow">
            <a:avLst/>
          </a:prstGeom>
          <a:solidFill>
            <a:srgbClr val="9AA3B2"/>
          </a:solidFill>
          <a:ln w="12700">
            <a:solidFill>
              <a:srgbClr val="9AA3B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51776" y="192024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FDF0E6"/>
          </a:solidFill>
          <a:ln w="19050">
            <a:solidFill>
              <a:srgbClr val="B5561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34656" y="21031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B55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534656" y="25146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validator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534656" y="32004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claims the evidence can’t back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308592" y="2926080"/>
            <a:ext cx="274320" cy="228600"/>
          </a:xfrm>
          <a:prstGeom prst="rightArrow">
            <a:avLst/>
          </a:prstGeom>
          <a:solidFill>
            <a:srgbClr val="9AA3B2"/>
          </a:solidFill>
          <a:ln w="12700">
            <a:solidFill>
              <a:srgbClr val="9AA3B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619488" y="192024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F1F3F7"/>
          </a:solidFill>
          <a:ln w="9525">
            <a:solidFill>
              <a:srgbClr val="DCDFE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802368" y="21031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F6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802368" y="25146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Patcher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802368" y="32004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whole updated file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45720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validator is deterministic: the cited entry must have been retrieved, must name the symbol on that line, and must fall in the upgrade’s version range.</a:t>
            </a:r>
            <a:endParaRPr lang="en-US" sz="16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A717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kern="0" spc="200" dirty="0">
                <a:solidFill>
                  <a:srgbClr val="B55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base and benchmark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66160" cy="2926080"/>
          </a:xfrm>
          <a:prstGeom prst="roundRect">
            <a:avLst>
              <a:gd name="adj" fmla="val 3750"/>
            </a:avLst>
          </a:prstGeom>
          <a:solidFill>
            <a:srgbClr val="F1F3F7"/>
          </a:solidFill>
          <a:ln w="9525">
            <a:solidFill>
              <a:srgbClr val="DCDF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rgbClr val="2F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310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632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release-note entries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204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 from official Django notes, each with a source link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97680" y="1920240"/>
            <a:ext cx="3566160" cy="2926080"/>
          </a:xfrm>
          <a:prstGeom prst="roundRect">
            <a:avLst>
              <a:gd name="adj" fmla="val 3750"/>
            </a:avLst>
          </a:prstGeom>
          <a:solidFill>
            <a:srgbClr val="F1F3F7"/>
          </a:solidFill>
          <a:ln w="9525">
            <a:solidFill>
              <a:srgbClr val="DCDF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21031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rgbClr val="2F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235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0632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labelled test cases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5204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75 / test 160; all results here are on the test split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46720" y="1920240"/>
            <a:ext cx="3566160" cy="2926080"/>
          </a:xfrm>
          <a:prstGeom prst="roundRect">
            <a:avLst>
              <a:gd name="adj" fmla="val 3750"/>
            </a:avLst>
          </a:prstGeom>
          <a:solidFill>
            <a:srgbClr val="F1F3F7"/>
          </a:solidFill>
          <a:ln w="9525">
            <a:solidFill>
              <a:srgbClr val="DCDF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1031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rgbClr val="2F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5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0632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releases run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5204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come from executing each case under 4.0 to 5.1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120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is what actually breaks when the code runs, not what any tool predicts.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A717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kern="0" spc="200" dirty="0">
                <a:solidFill>
                  <a:srgbClr val="B55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EXPERIMENT SETUP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systems on the same 160 cases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2514600"/>
        </p:xfrm>
        <a:graphic>
          <a:graphicData uri="http://schemas.openxmlformats.org/drawingml/2006/table">
            <a:tbl>
              <a:tblPr/>
              <a:tblGrid>
                <a:gridCol w="1280160"/>
                <a:gridCol w="4754880"/>
                <a:gridCol w="5029200"/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 it answers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django-upgrade, pyupgrade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do existing tools do?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alone, no evidence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often does an LLM make things up?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+ retrieved release notes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evidence help?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+ citation validator (ours)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checking remove the rest?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754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LLM: gemini-3.5-flash-lite (free tier), temperature 0. D also runs fully offline with rules.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A717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kern="0" spc="200" dirty="0">
                <a:solidFill>
                  <a:srgbClr val="B55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 · TEST SPLIT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reaches F1 0.82; django-upgrade 0.02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3200400"/>
        </p:xfrm>
        <a:graphic>
          <a:graphicData uri="http://schemas.openxmlformats.org/drawingml/2006/table">
            <a:tbl>
              <a:tblPr/>
              <a:tblGrid>
                <a:gridCol w="3657600"/>
                <a:gridCol w="1554480"/>
                <a:gridCol w="1554480"/>
                <a:gridCol w="2651760"/>
                <a:gridCol w="1645920"/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[95% CI]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Made-up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A: django-upgrade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 [0.00, 0.06]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A: pyupgrade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B: LLM only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 [0.63, 0.78]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C: RAG, no validator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 [0.77, 0.89]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D: full pipeline (ours)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 [0.75, 0.88]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D: offline, no LLM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 [0.74, 0.88]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1097280" y="63550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bootstrap confidence intervals · Gemini rows: one run, seed 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A717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kern="0" spc="200" dirty="0">
                <a:solidFill>
                  <a:srgbClr val="B55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 · CHART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and made-up findings side by side</a:t>
            </a:r>
            <a:endParaRPr lang="en-US" sz="3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737360"/>
          <a:ext cx="603504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6766560" y="1737360"/>
          <a:ext cx="484632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1097280" y="63550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systems have no LLM, so made-up findings do not apply · results/tables/comparison_test.csv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A717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kern="0" spc="20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RESULT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29%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3832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LLM alone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749040" y="2377440"/>
            <a:ext cx="502920" cy="365760"/>
          </a:xfrm>
          <a:prstGeom prst="rightArrow">
            <a:avLst/>
          </a:prstGeom>
          <a:solidFill>
            <a:srgbClr val="5A6A88"/>
          </a:solidFill>
          <a:ln w="12700">
            <a:solidFill>
              <a:srgbClr val="5A6A8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480560" y="18288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</a:t>
            </a:r>
            <a:endParaRPr lang="en-US" sz="8800" dirty="0"/>
          </a:p>
        </p:txBody>
      </p:sp>
      <p:sp>
        <p:nvSpPr>
          <p:cNvPr id="7" name="Text 5"/>
          <p:cNvSpPr txBox="1"/>
          <p:nvPr/>
        </p:nvSpPr>
        <p:spPr>
          <a:xfrm>
            <a:off x="4480560" y="33832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with release notes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498080" y="2377440"/>
            <a:ext cx="502920" cy="365760"/>
          </a:xfrm>
          <a:prstGeom prst="rightArrow">
            <a:avLst/>
          </a:prstGeom>
          <a:solidFill>
            <a:srgbClr val="5A6A88"/>
          </a:solidFill>
          <a:ln w="12700">
            <a:solidFill>
              <a:srgbClr val="5A6A8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0" y="18288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0" b="1" dirty="0">
                <a:solidFill>
                  <a:srgbClr val="8FC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8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33832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with validator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3891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findings not backed by their cited evidence. Retrieval cuts it; the validator removes the rest.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kern="0" spc="200" dirty="0">
                <a:solidFill>
                  <a:srgbClr val="B55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ABLATIONS · OFFLINE D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retriever matters?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2514600"/>
        </p:xfrm>
        <a:graphic>
          <a:graphicData uri="http://schemas.openxmlformats.org/drawingml/2006/table">
            <a:tbl>
              <a:tblPr/>
              <a:tblGrid>
                <a:gridCol w="5120640"/>
                <a:gridCol w="1965960"/>
                <a:gridCol w="1965960"/>
                <a:gridCol w="2011680"/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Retriever (top-k 5)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match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7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7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7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BM25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7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7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7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(MiniLM + FAISS)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7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7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7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(RRF, default)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7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7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7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6634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retrieval brings in fewer unrelated entries. Top-k (1, 3, 5) made no difference for the offline reasoner.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63550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results/tables/ablations_test.csv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A717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kern="0" spc="200" dirty="0">
                <a:solidFill>
                  <a:srgbClr val="B55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NOVELTY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differ from existing work</a:t>
            </a:r>
            <a:endParaRPr lang="en-US" sz="3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3657600"/>
        </p:xfrm>
        <a:graphic>
          <a:graphicData uri="http://schemas.openxmlformats.org/drawingml/2006/table">
            <a:tbl>
              <a:tblPr/>
              <a:tblGrid>
                <a:gridCol w="2651760"/>
                <a:gridCol w="3108960"/>
                <a:gridCol w="1737360"/>
                <a:gridCol w="1828800"/>
                <a:gridCol w="1737360"/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 as evidence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Checks LLM claims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Execution labels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django-upgrade (tool)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Fixed-rule rewrite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LLM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Wang et al., ICSE ’25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Deprecated APIs in completion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prompt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Chen et al., 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 over API docs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CodeUpdateArena, 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Using API updates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prompt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tests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GitChameleon, 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Version-specific generation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tests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MigrateLib, 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Library-to-library migration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 + dynamic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CodeMigrate (ours)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+ fix existing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 notes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Citation validator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on 5 releases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1097280" y="63550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numbers come from different tasks, so direct comparison is only with django-upgrade and pyupgrade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A717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kern="0" spc="200" dirty="0">
                <a:solidFill>
                  <a:srgbClr val="B55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upload to a fixed file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624328" cy="2377440"/>
          </a:xfrm>
          <a:prstGeom prst="roundRect">
            <a:avLst>
              <a:gd name="adj" fmla="val 4615"/>
            </a:avLst>
          </a:prstGeom>
          <a:solidFill>
            <a:srgbClr val="F1F3F7"/>
          </a:solidFill>
          <a:ln w="9525">
            <a:solidFill>
              <a:srgbClr val="DCDF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48840"/>
            <a:ext cx="502920" cy="50292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4612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code or upload a zip, pick From and To versions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55848" y="1920240"/>
            <a:ext cx="2624328" cy="2377440"/>
          </a:xfrm>
          <a:prstGeom prst="roundRect">
            <a:avLst>
              <a:gd name="adj" fmla="val 4615"/>
            </a:avLst>
          </a:prstGeom>
          <a:solidFill>
            <a:srgbClr val="F1F3F7"/>
          </a:solidFill>
          <a:ln w="9525">
            <a:solidFill>
              <a:srgbClr val="DCDF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30168" y="2148840"/>
            <a:ext cx="502920" cy="50292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30168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30168" y="2788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30168" y="324612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line flagged with a link to its release note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63056" y="1920240"/>
            <a:ext cx="2624328" cy="2377440"/>
          </a:xfrm>
          <a:prstGeom prst="roundRect">
            <a:avLst>
              <a:gd name="adj" fmla="val 4615"/>
            </a:avLst>
          </a:prstGeom>
          <a:solidFill>
            <a:srgbClr val="F1F3F7"/>
          </a:solidFill>
          <a:ln w="9525">
            <a:solidFill>
              <a:srgbClr val="DCDF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37376" y="2148840"/>
            <a:ext cx="502920" cy="50292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37376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37376" y="2788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code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37376" y="324612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fixed file, diff view, copy and download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970264" y="1920240"/>
            <a:ext cx="2624328" cy="2377440"/>
          </a:xfrm>
          <a:prstGeom prst="roundRect">
            <a:avLst>
              <a:gd name="adj" fmla="val 4615"/>
            </a:avLst>
          </a:prstGeom>
          <a:solidFill>
            <a:srgbClr val="F1F3F7"/>
          </a:solidFill>
          <a:ln w="9525">
            <a:solidFill>
              <a:srgbClr val="DCDF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44584" y="2148840"/>
            <a:ext cx="502920" cy="50292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44584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244584" y="2788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244584" y="324612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or PDF report of the scan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572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 FastAPI + JWT, React + Vite, SQLite. CLI: </a:t>
            </a:r>
            <a:r>
              <a:rPr lang="en-US" sz="1600" dirty="0">
                <a:solidFill>
                  <a:srgbClr val="B55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codemigrate scan --write-fixed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52 tests, 72% coverage, CI on GitHub.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63550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offline reasoner in the demo: no API key or quota needed</a:t>
            </a:r>
            <a:endParaRPr lang="en-US" sz="11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A717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kern="0" spc="200" dirty="0">
                <a:solidFill>
                  <a:srgbClr val="B55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LIMITS AND NEXT STEPS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 not shown yet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3108960"/>
          </a:xfrm>
          <a:prstGeom prst="roundRect">
            <a:avLst>
              <a:gd name="adj" fmla="val 3529"/>
            </a:avLst>
          </a:prstGeom>
          <a:solidFill>
            <a:srgbClr val="F1F3F7"/>
          </a:solidFill>
          <a:ln w="9525">
            <a:solidFill>
              <a:srgbClr val="DCDF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9748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only, 4.0 to 5.1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LLM, one run (free-tier quota)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test cases, not full projects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 lowers recall slightly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72200" y="1920240"/>
            <a:ext cx="5440680" cy="3108960"/>
          </a:xfrm>
          <a:prstGeom prst="roundRect">
            <a:avLst>
              <a:gd name="adj" fmla="val 3529"/>
            </a:avLst>
          </a:prstGeom>
          <a:solidFill>
            <a:srgbClr val="F1F3F7"/>
          </a:solidFill>
          <a:ln w="9525">
            <a:solidFill>
              <a:srgbClr val="DCDF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69748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LLMs and repeated runs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frameworks with release notes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open-source Django projects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updated files by running them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A717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kern="0" spc="200" dirty="0">
                <a:solidFill>
                  <a:srgbClr val="B55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77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built what</a:t>
            </a:r>
            <a:endParaRPr lang="en-US" sz="3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138160"/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Contribution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[Name 1]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 cases and execution labelling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[Name 2]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base parsing and hybrid retrieval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[Name 3]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reasoner, citation validator, updated-code patcher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[Name 4]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app (FastAPI + React), evaluation and paper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>
                    <a:lnL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1097280" y="63550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github.com/Adithyasai3/CodeMigrate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A717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2918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0.82 vs 0.02 for django-upgrade, and 0% unsupported findings with the citation validator.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3891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github.com/Adithyasai3/CodeMigrate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1373</Words>
  <Application>Microsoft Office PowerPoint</Application>
  <PresentationFormat>Widescreen</PresentationFormat>
  <Paragraphs>266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Courier New</vt:lpstr>
      <vt:lpstr>Office Theme</vt:lpstr>
      <vt:lpstr>PowerPoint Presentation</vt:lpstr>
      <vt:lpstr>Framework upgrades silently break existing code</vt:lpstr>
      <vt:lpstr>PowerPoint Presentation</vt:lpstr>
      <vt:lpstr>Five-stage pipeline</vt:lpstr>
      <vt:lpstr>Knowledge base and benchmark</vt:lpstr>
      <vt:lpstr>Four systems on the same 160 cases</vt:lpstr>
      <vt:lpstr>Ours reaches F1 0.82; django-upgrade 0.02</vt:lpstr>
      <vt:lpstr>Accuracy and made-up findings side by side</vt:lpstr>
      <vt:lpstr>PowerPoint Presentation</vt:lpstr>
      <vt:lpstr>Which retriever matters?</vt:lpstr>
      <vt:lpstr>How we differ from existing work</vt:lpstr>
      <vt:lpstr>From upload to a fixed file</vt:lpstr>
      <vt:lpstr>What we have not shown yet</vt:lpstr>
      <vt:lpstr>Who built what</vt:lpstr>
      <vt:lpstr>PowerPoint Presentation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CodeMigrate Review</dc:title>
  <dc:subject>PptxGenJS Presentation</dc:subject>
  <dc:creator>PptxGenJS</dc:creator>
  <cp:lastModifiedBy>Microsoft account</cp:lastModifiedBy>
  <cp:revision>3</cp:revision>
  <dcterms:created xsi:type="dcterms:W3CDTF">2026-10-25T07:25:26Z</dcterms:created>
  <dcterms:modified xsi:type="dcterms:W3CDTF">2026-10-25T07:52:14Z</dcterms:modified>
</cp:coreProperties>
</file>